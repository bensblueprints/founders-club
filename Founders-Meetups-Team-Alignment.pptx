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CF9A4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CF9A4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ALIGNMENT · 9 JULY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Founders Meetups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paid networking dinner for business owners — with a digital layer that shows who's in the room. Da Nang pilot, then Saigon.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tonight is for:  </a:t>
            </a:r>
            <a:pPr indent="0" marL="0">
              <a:buNone/>
            </a:pPr>
            <a:r>
              <a:rPr lang="en-US" sz="150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this, get aligned, and lock what we can.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THIS CALL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tonight with decisions locked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66928" cy="566928"/>
          </a:xfrm>
          <a:prstGeom prst="ellipse">
            <a:avLst/>
          </a:prstGeom>
          <a:solidFill>
            <a:srgbClr val="17181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94767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 </a:t>
            </a:r>
            <a:pPr indent="0" marL="0">
              <a:buNone/>
            </a:pPr>
            <a:r>
              <a:rPr lang="en-US" sz="15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we focus on the Da Nang 25-person pilot now; Saigon (50) comes after.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807208"/>
            <a:ext cx="566928" cy="566928"/>
          </a:xfrm>
          <a:prstGeom prst="ellipse">
            <a:avLst/>
          </a:prstGeom>
          <a:solidFill>
            <a:srgbClr val="1718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  </a:t>
            </a:r>
            <a:pPr indent="0" marL="0">
              <a:buNone/>
            </a:pPr>
            <a:r>
              <a:rPr lang="en-US" sz="15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how the night runs and how we handle the language split.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3648456"/>
            <a:ext cx="566928" cy="566928"/>
          </a:xfrm>
          <a:prstGeom prst="ellipse">
            <a:avLst/>
          </a:prstGeom>
          <a:solidFill>
            <a:srgbClr val="17181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63016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  </a:t>
            </a:r>
            <a:pPr indent="0" marL="0">
              <a:buNone/>
            </a:pPr>
            <a:r>
              <a:rPr lang="en-US" sz="15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landing page + start ad testing — our only hard deadline.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489704"/>
            <a:ext cx="566928" cy="566928"/>
          </a:xfrm>
          <a:prstGeom prst="ellipse">
            <a:avLst/>
          </a:prstGeom>
          <a:solidFill>
            <a:srgbClr val="17181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471416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  </a:t>
            </a:r>
            <a:pPr indent="0" marL="0">
              <a:buNone/>
            </a:pPr>
            <a:r>
              <a:rPr lang="en-US" sz="15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cost model and how we split revenue.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" y="5330952"/>
            <a:ext cx="566928" cy="566928"/>
          </a:xfrm>
          <a:prstGeom prst="ellipse">
            <a:avLst/>
          </a:prstGeom>
          <a:solidFill>
            <a:srgbClr val="17181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330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1266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  </a:t>
            </a:r>
            <a:pPr indent="0" marL="0">
              <a:buNone/>
            </a:pPr>
            <a:r>
              <a:rPr lang="en-US" sz="15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decision-making, and meeting cadence.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works — and what we must get right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84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FOR 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487168"/>
            <a:ext cx="4754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format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Benji's team ran this style of dinner before — it worked, nobody bored.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ad expertise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Benji targets sharply → cheaper, better reach.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the tech ourselves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+ page cost us near-zero to build.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&amp; premium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people is easy to run and feels exclusive.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138928" cy="4434840"/>
          </a:xfrm>
          <a:prstGeom prst="roundRect">
            <a:avLst>
              <a:gd name="adj" fmla="val 1856"/>
            </a:avLst>
          </a:prstGeom>
          <a:solidFill>
            <a:srgbClr val="FBF3EA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084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GET RIGHT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2487168"/>
            <a:ext cx="45262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from a cold start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brand yet — just 3 people. We prove legitimacy with high-quality seed attendees.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economics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 to strangers is a high bar. Cost-per-ticket must stay well below it.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split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~50/50 VN/EN, many VN not fluent → bilingual host + pre-event support.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5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weeks out. Page + ads must go live this week.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thing at a time: nail Da Nang first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532120" cy="3977640"/>
          </a:xfrm>
          <a:prstGeom prst="roundRect">
            <a:avLst>
              <a:gd name="adj" fmla="val 2069"/>
            </a:avLst>
          </a:prstGeom>
          <a:solidFill>
            <a:srgbClr val="17181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#1 · FOCUS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5786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Nang — pilot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324612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week of July 2026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25  ·  $150/ticket  ·  4U Lounge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validate, learn, refine before scaling.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5056632" cy="3977640"/>
          </a:xfrm>
          <a:prstGeom prst="roundRect">
            <a:avLst>
              <a:gd name="adj" fmla="val 2069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#2 · LATER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25786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Saigon — scale up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766560" y="32461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week of August 2026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50  ·  bigger venue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deferred — we design it around the lessons from Da Nang.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event name are parked for now — we'll give them the time they need later.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event runs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61944" cy="3200400"/>
          </a:xfrm>
          <a:prstGeom prst="roundRect">
            <a:avLst>
              <a:gd name="adj" fmla="val 2571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640080" cy="640080"/>
          </a:xfrm>
          <a:prstGeom prst="ellipse">
            <a:avLst/>
          </a:prstGeom>
          <a:solidFill>
            <a:srgbClr val="CF9A4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272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access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703320"/>
            <a:ext cx="2721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profile is live. People know who's in the room before a single handshake — what they do, what they want.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3504" y="2011680"/>
            <a:ext cx="3361944" cy="3200400"/>
          </a:xfrm>
          <a:prstGeom prst="roundRect">
            <a:avLst>
              <a:gd name="adj" fmla="val 2571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3544" y="2331720"/>
            <a:ext cx="640080" cy="640080"/>
          </a:xfrm>
          <a:prstGeom prst="ellipse">
            <a:avLst/>
          </a:prstGeom>
          <a:solidFill>
            <a:srgbClr val="CF9A4E"/>
          </a:solidFill>
          <a:ln/>
        </p:spPr>
      </p:sp>
      <p:sp>
        <p:nvSpPr>
          <p:cNvPr id="11" name="Text 9"/>
          <p:cNvSpPr/>
          <p:nvPr/>
        </p:nvSpPr>
        <p:spPr>
          <a:xfrm>
            <a:off x="4733544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33544" y="3154680"/>
            <a:ext cx="272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Bonding + intros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33544" y="3703320"/>
            <a:ext cx="2721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Host-led icebreakers and short self-intros so nobody's stranded. The app suggests who each person should meet.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41208" y="2011680"/>
            <a:ext cx="3361944" cy="3200400"/>
          </a:xfrm>
          <a:prstGeom prst="roundRect">
            <a:avLst>
              <a:gd name="adj" fmla="val 2571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1248" y="2331720"/>
            <a:ext cx="640080" cy="640080"/>
          </a:xfrm>
          <a:prstGeom prst="ellipse">
            <a:avLst/>
          </a:prstGeom>
          <a:solidFill>
            <a:srgbClr val="CF9A4E"/>
          </a:solidFill>
          <a:ln/>
        </p:spPr>
      </p:sp>
      <p:sp>
        <p:nvSpPr>
          <p:cNvPr id="16" name="Text 14"/>
          <p:cNvSpPr/>
          <p:nvPr/>
        </p:nvSpPr>
        <p:spPr>
          <a:xfrm>
            <a:off x="846124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61248" y="3154680"/>
            <a:ext cx="272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time &amp; dinner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61248" y="3703320"/>
            <a:ext cx="2721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table, eat, connect. This is where the real value happens — organic, unforced.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532120"/>
            <a:ext cx="10817352" cy="868680"/>
          </a:xfrm>
          <a:prstGeom prst="roundRect">
            <a:avLst>
              <a:gd name="adj" fmla="val 8421"/>
            </a:avLst>
          </a:prstGeom>
          <a:solidFill>
            <a:srgbClr val="FBF3EA"/>
          </a:solidFill>
          <a:ln w="12700">
            <a:solidFill>
              <a:srgbClr val="EAD9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623560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plan: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(VI + EN) host, and we reach out 1:1 to VN owners not fluent in English to help them prep their short intro and get the most from the night.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no brand yet — so we borrow credibility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pay $150 only if they trust it's legit. With no track record, our proof is who's already in the room.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361944" cy="2880360"/>
          </a:xfrm>
          <a:prstGeom prst="roundRect">
            <a:avLst>
              <a:gd name="adj" fmla="val 2857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788920"/>
            <a:ext cx="256032" cy="256032"/>
          </a:xfrm>
          <a:prstGeom prst="ellipse">
            <a:avLst/>
          </a:prstGeom>
          <a:solidFill>
            <a:srgbClr val="CF9A4E"/>
          </a:solidFill>
          <a:ln/>
        </p:spPr>
      </p:sp>
      <p:sp>
        <p:nvSpPr>
          <p:cNvPr id="7" name="Text 5"/>
          <p:cNvSpPr/>
          <p:nvPr/>
        </p:nvSpPr>
        <p:spPr>
          <a:xfrm>
            <a:off x="1399032" y="2697480"/>
            <a:ext cx="2447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the room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2721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Maddy leverages her network to bring a few high-quality owners in first — they become the face of the event.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3504" y="2514600"/>
            <a:ext cx="3361944" cy="2880360"/>
          </a:xfrm>
          <a:prstGeom prst="roundRect">
            <a:avLst>
              <a:gd name="adj" fmla="val 2857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3544" y="2788920"/>
            <a:ext cx="256032" cy="256032"/>
          </a:xfrm>
          <a:prstGeom prst="ellipse">
            <a:avLst/>
          </a:prstGeom>
          <a:solidFill>
            <a:srgbClr val="CF9A4E"/>
          </a:solidFill>
          <a:ln/>
        </p:spPr>
      </p:sp>
      <p:sp>
        <p:nvSpPr>
          <p:cNvPr id="11" name="Text 9"/>
          <p:cNvSpPr/>
          <p:nvPr/>
        </p:nvSpPr>
        <p:spPr>
          <a:xfrm>
            <a:off x="5126736" y="2697480"/>
            <a:ext cx="2447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→ find early believers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3544" y="3520440"/>
            <a:ext cx="2721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ads now to surface genuinely interested, high-quality prospects we can feature: “joining us: ___.”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41208" y="2514600"/>
            <a:ext cx="3361944" cy="2880360"/>
          </a:xfrm>
          <a:prstGeom prst="roundRect">
            <a:avLst>
              <a:gd name="adj" fmla="val 2857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61248" y="2788920"/>
            <a:ext cx="256032" cy="256032"/>
          </a:xfrm>
          <a:prstGeom prst="ellipse">
            <a:avLst/>
          </a:prstGeom>
          <a:solidFill>
            <a:srgbClr val="CF9A4E"/>
          </a:solidFill>
          <a:ln/>
        </p:spPr>
      </p:sp>
      <p:sp>
        <p:nvSpPr>
          <p:cNvPr id="15" name="Text 13"/>
          <p:cNvSpPr/>
          <p:nvPr/>
        </p:nvSpPr>
        <p:spPr>
          <a:xfrm>
            <a:off x="8854440" y="2697480"/>
            <a:ext cx="2447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don't claim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61248" y="3520440"/>
            <a:ext cx="2721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faces, real venue, real date, a money-back guarantee if we cancel. Let the app's quality do the talking.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have legal entities — what we lack is a brand. Seed quality solves the trust gap for the pilot.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is everything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817352" cy="457200"/>
          </a:xfrm>
          <a:prstGeom prst="rect">
            <a:avLst/>
          </a:prstGeom>
          <a:solidFill>
            <a:srgbClr val="1718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965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25712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10817352" cy="603504"/>
          </a:xfrm>
          <a:prstGeom prst="rect">
            <a:avLst/>
          </a:prstGeom>
          <a:solidFill>
            <a:srgbClr val="FBF3EA"/>
          </a:solidFill>
          <a:ln w="6350">
            <a:solidFill>
              <a:srgbClr val="E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231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242316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payment LIVE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25712" y="242316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26664"/>
            <a:ext cx="10817352" cy="603504"/>
          </a:xfrm>
          <a:prstGeom prst="rect">
            <a:avLst/>
          </a:prstGeom>
          <a:solidFill>
            <a:srgbClr val="FBF3EA"/>
          </a:solidFill>
          <a:ln w="6350">
            <a:solidFill>
              <a:srgbClr val="E8E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2666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3026664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test running (read CPA before scaling)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25712" y="30266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630168"/>
            <a:ext cx="10817352" cy="603504"/>
          </a:xfrm>
          <a:prstGeom prst="rect">
            <a:avLst/>
          </a:prstGeom>
          <a:solidFill>
            <a:srgbClr val="FBF3EA"/>
          </a:solidFill>
          <a:ln w="6350">
            <a:solidFill>
              <a:srgbClr val="E8E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3016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363016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message + who we target ready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25712" y="36301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Maddy + Benji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4233672"/>
            <a:ext cx="10817352" cy="603504"/>
          </a:xfrm>
          <a:prstGeom prst="rect">
            <a:avLst/>
          </a:prstGeom>
          <a:solidFill>
            <a:srgbClr val="F6F5F1"/>
          </a:solidFill>
          <a:ln w="6350">
            <a:solidFill>
              <a:srgbClr val="E8E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3367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 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4233672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 app (directory) built &amp; tested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25712" y="42336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4837176"/>
            <a:ext cx="1081735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83717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 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63240" y="4837176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attendees confirmed &amp; featured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25712" y="483717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5440680"/>
            <a:ext cx="10817352" cy="603504"/>
          </a:xfrm>
          <a:prstGeom prst="rect">
            <a:avLst/>
          </a:prstGeom>
          <a:solidFill>
            <a:srgbClr val="F6F5F1"/>
          </a:solidFill>
          <a:ln w="6350">
            <a:solidFill>
              <a:srgbClr val="E8E6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4406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wk July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63240" y="544068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Nang event #1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25712" y="54406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61813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must ship this week. Everything else depends on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pilot costs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6400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+ meals @ 4U Lounge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800600" y="20116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× 25 = $750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6400800" cy="658368"/>
          </a:xfrm>
          <a:prstGeom prst="roundRect">
            <a:avLst>
              <a:gd name="adj" fmla="val 8333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43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 app (build/host)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00600" y="27432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– $30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474720"/>
            <a:ext cx="6400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74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(Benji operates)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00600" y="34747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first · placeholder $500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6400800" cy="658368"/>
          </a:xfrm>
          <a:prstGeom prst="roundRect">
            <a:avLst>
              <a:gd name="adj" fmla="val 8333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206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fees (~3%)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00600" y="42062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~$110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937760"/>
            <a:ext cx="6400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937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/ misc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00600" y="4937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35240" y="2011680"/>
            <a:ext cx="3867912" cy="2926080"/>
          </a:xfrm>
          <a:prstGeom prst="roundRect">
            <a:avLst>
              <a:gd name="adj" fmla="val 2813"/>
            </a:avLst>
          </a:prstGeom>
          <a:solidFill>
            <a:srgbClr val="17181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FULL CAP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2606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$3,750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786384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tickets × $150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63840" y="4023360"/>
            <a:ext cx="3383280" cy="0"/>
          </a:xfrm>
          <a:prstGeom prst="line">
            <a:avLst/>
          </a:prstGeom>
          <a:noFill/>
          <a:ln w="12700">
            <a:solidFill>
              <a:srgbClr val="3A3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4160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≈ 10–12 tickets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minimum headcount to still run.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that decides profit is ad cost per ticket. Benji runs a small test first — we don't scale spend until CPA looks healthy (target well under $100).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split revenue — my proposal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640080"/>
          </a:xfrm>
          <a:prstGeom prst="roundRect">
            <a:avLst>
              <a:gd name="adj" fmla="val 10000"/>
            </a:avLst>
          </a:prstGeom>
          <a:solidFill>
            <a:srgbClr val="17181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F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shared costs (venue, app, ads, fees) come off the top first — then we split the net profit.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5532120" cy="2788920"/>
          </a:xfrm>
          <a:prstGeom prst="roundRect">
            <a:avLst>
              <a:gd name="adj" fmla="val 2951"/>
            </a:avLst>
          </a:prstGeom>
          <a:solidFill>
            <a:srgbClr val="FBF3EA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· 3-WAY EQUAL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291840"/>
            <a:ext cx="157276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AD9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290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5840" y="3950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3291840"/>
            <a:ext cx="157276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AD9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34290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3950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3291840"/>
            <a:ext cx="157276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AD9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4290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389120" y="3950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 for a long-term series where two of us carry the heavier load — especially into Saigon.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2651760"/>
            <a:ext cx="5148072" cy="2788920"/>
          </a:xfrm>
          <a:prstGeom prst="roundRect">
            <a:avLst>
              <a:gd name="adj" fmla="val 2951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IDEA (BENJI)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 </a:t>
            </a:r>
            <a:pPr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Benji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67512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+ 25%  </a:t>
            </a:r>
            <a:pPr indent="0" marL="0"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Maddy + An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7512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one person half, and the two doing more 25% each. That's the mismatch to talk through.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5623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(25 sold, ~$500 ads):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≈ $2,210  →  ≈ $737 each. Ads are a reimbursed shared cost, not Benji's personal gift.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decisions, cadence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61944" cy="1691640"/>
          </a:xfrm>
          <a:prstGeom prst="roundRect">
            <a:avLst>
              <a:gd name="adj" fmla="val 4865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9456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Maddy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coordination, marketing &amp; message, community, host-side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13504" y="1965960"/>
            <a:ext cx="3361944" cy="1691640"/>
          </a:xfrm>
          <a:prstGeom prst="roundRect">
            <a:avLst>
              <a:gd name="adj" fmla="val 4865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33544" y="219456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33544" y="26974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 · app, landing page, payments, data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1208" y="1965960"/>
            <a:ext cx="3361944" cy="1691640"/>
          </a:xfrm>
          <a:prstGeom prst="roundRect">
            <a:avLst>
              <a:gd name="adj" fmla="val 4865"/>
            </a:avLst>
          </a:prstGeom>
          <a:solidFill>
            <a:srgbClr val="F6F5F1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61248" y="219456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Benji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61248" y="26974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expert · targeting, budget, funnel numbers, tech support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840480"/>
            <a:ext cx="55321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7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owner decides within their lane.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calls (price, split, go/no-go, big spend) — all three agree.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so we don't re-argue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3840480"/>
            <a:ext cx="514807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7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Cadence &amp; comms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44805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15-min check-in this week; 2×/week to the event.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ICT — fixed evening slot (e.g. 9pm).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ops chat + this shared folder as the record.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deliver, or raise the blocker early.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4023360" cy="4023360"/>
          </a:xfrm>
          <a:prstGeom prst="ellipse">
            <a:avLst/>
          </a:prstGeom>
          <a:solidFill>
            <a:srgbClr val="CF9A4E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TONIGHT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lock before we hang 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292608" cy="292608"/>
          </a:xfrm>
          <a:prstGeom prst="ellipse">
            <a:avLst/>
          </a:prstGeom>
          <a:ln w="25400">
            <a:solidFill>
              <a:srgbClr val="CF9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48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= Da Nang 25 pilot now; Saigon later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2194560"/>
            <a:ext cx="292608" cy="292608"/>
          </a:xfrm>
          <a:prstGeom prst="ellipse">
            <a:avLst/>
          </a:prstGeom>
          <a:ln w="25400">
            <a:solidFill>
              <a:srgbClr val="CF9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2148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stays $150 (any early-bird?)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" y="3127248"/>
            <a:ext cx="292608" cy="292608"/>
          </a:xfrm>
          <a:prstGeom prst="ellipse">
            <a:avLst/>
          </a:prstGeom>
          <a:ln w="25400">
            <a:solidFill>
              <a:srgbClr val="CF9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0815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split: 3-way equal, costs off the top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63640" y="3127248"/>
            <a:ext cx="292608" cy="292608"/>
          </a:xfrm>
          <a:prstGeom prst="ellipse">
            <a:avLst/>
          </a:prstGeom>
          <a:ln w="25400">
            <a:solidFill>
              <a:srgbClr val="CF9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30815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= reimbursed shared cost, not a personal gift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85800" y="4059936"/>
            <a:ext cx="292608" cy="292608"/>
          </a:xfrm>
          <a:prstGeom prst="ellipse">
            <a:avLst/>
          </a:prstGeom>
          <a:ln w="25400">
            <a:solidFill>
              <a:srgbClr val="CF9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1421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headcount to still run the event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63640" y="4059936"/>
            <a:ext cx="292608" cy="292608"/>
          </a:xfrm>
          <a:prstGeom prst="ellipse">
            <a:avLst/>
          </a:prstGeom>
          <a:ln w="25400">
            <a:solidFill>
              <a:srgbClr val="CF9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401421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lines up the bilingual host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85800" y="4992624"/>
            <a:ext cx="292608" cy="292608"/>
          </a:xfrm>
          <a:prstGeom prst="ellipse">
            <a:avLst/>
          </a:prstGeom>
          <a:ln w="25400">
            <a:solidFill>
              <a:srgbClr val="CF9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94690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platform (Zalo / WhatsApp / app)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263640" y="4992624"/>
            <a:ext cx="292608" cy="292608"/>
          </a:xfrm>
          <a:prstGeom prst="ellipse">
            <a:avLst/>
          </a:prstGeom>
          <a:ln w="25400">
            <a:solidFill>
              <a:srgbClr val="CF9A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94690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cadence + fixed time slot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we move. Disagree → we fix it here. Either way, we leave aligned.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Founders Meetups — Team Alignment</dc:title>
  <dc:subject>PptxGenJS Presentation</dc:subject>
  <dc:creator>Maddy</dc:creator>
  <cp:lastModifiedBy>Maddy</cp:lastModifiedBy>
  <cp:revision>1</cp:revision>
  <dcterms:created xsi:type="dcterms:W3CDTF">2026-07-09T11:16:14Z</dcterms:created>
  <dcterms:modified xsi:type="dcterms:W3CDTF">2026-07-09T11:16:14Z</dcterms:modified>
</cp:coreProperties>
</file>